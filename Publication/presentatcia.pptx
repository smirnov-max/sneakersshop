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5" r:id="rId6"/>
    <p:sldId id="27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8966" autoAdjust="0"/>
  </p:normalViewPr>
  <p:slideViewPr>
    <p:cSldViewPr snapToGrid="0" snapToObjects="1">
      <p:cViewPr>
        <p:scale>
          <a:sx n="100" d="100"/>
          <a:sy n="100" d="100"/>
        </p:scale>
        <p:origin x="-1944" y="-9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41ABA4E-CD72-497B-97AA-7213B3980F60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49706" y="1538288"/>
            <a:ext cx="36406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smtClean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S-</a:t>
            </a:r>
            <a:r>
              <a:rPr lang="en-US" sz="4500" b="1" dirty="0" err="1" smtClean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795737" y="2376488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2445" y="3048002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 &amp; Jetpack Compose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44089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ru-RU" sz="1050" dirty="0" smtClean="0"/>
              <a:t>Сливин Кирилл</a:t>
            </a:r>
            <a:endParaRPr lang="en-US" sz="1050" dirty="0"/>
          </a:p>
        </p:txBody>
      </p:sp>
      <p:pic>
        <p:nvPicPr>
          <p:cNvPr id="5126" name="Picture 6" descr="D:\slivin\examen\Publication\ic_launcher_foregroun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90360" y="1306195"/>
            <a:ext cx="1160780" cy="11607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2"/>
            <a:ext cx="4464050" cy="30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Мобильное приложение электронной коммерции (Магазин обуви)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Android 13.0 (API 33)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350" dirty="0"/>
          </a:p>
        </p:txBody>
      </p:sp>
      <p:pic>
        <p:nvPicPr>
          <p:cNvPr id="1027" name="Picture 3" descr="D:\slivin\examen\app\src\main\res\drawable\onboard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2938" y="1020962"/>
            <a:ext cx="4638065" cy="3735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601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endParaRPr lang="en-US" sz="27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5E0EC951-E2C0-4D82-A767-3C3140FEB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64" y="1432323"/>
            <a:ext cx="2827337" cy="31165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Архитектуры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2"/>
            <a:ext cx="3492500" cy="305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 (Model-View-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данных: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Однонаправленный (UI ← ViewModel ← Repository ← API)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sz="1350" dirty="0"/>
          </a:p>
        </p:txBody>
      </p:sp>
      <p:pic>
        <p:nvPicPr>
          <p:cNvPr id="2050" name="Picture 2" descr="C:\Users\android243\Downloads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6775" y="1135381"/>
            <a:ext cx="2084388" cy="23949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Библиотек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Jetpack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41148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57341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173533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34434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технологии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8246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4439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OkHttp 4.11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0631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Gson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09600" y="351532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609600" y="375344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Coroutines 1.7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91537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09600" y="407729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1.9</a:t>
            </a:r>
            <a:endParaRPr lang="en-US" sz="1140" dirty="0"/>
          </a:p>
        </p:txBody>
      </p:sp>
      <p:pic>
        <p:nvPicPr>
          <p:cNvPr id="3074" name="Picture 2" descr="D:\slivin\examen\app\src\main\res\drawable\onboard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68140" y="813992"/>
            <a:ext cx="4762500" cy="386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Технологий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7799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Фреймворк: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Compose + Material Design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28778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7351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75312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Navigation Compose</a:t>
            </a:r>
            <a:endParaRPr lang="en-US" sz="1200" dirty="0"/>
          </a:p>
        </p:txBody>
      </p:sp>
      <p:pic>
        <p:nvPicPr>
          <p:cNvPr id="4098" name="Picture 2" descr="D:\slivin\examen\app\src\main\res\drawable\onboard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2308" y="1308100"/>
            <a:ext cx="4762500" cy="383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37</TotalTime>
  <Words>128</Words>
  <Application>Microsoft Office PowerPoint</Application>
  <PresentationFormat>Экран (16:9)</PresentationFormat>
  <Paragraphs>36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Справедливость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4</cp:revision>
  <dcterms:created xsi:type="dcterms:W3CDTF">2025-12-19T20:15:46Z</dcterms:created>
  <dcterms:modified xsi:type="dcterms:W3CDTF">2026-03-04T10:00:04Z</dcterms:modified>
</cp:coreProperties>
</file>